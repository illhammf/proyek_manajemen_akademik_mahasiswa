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987552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 Manajemen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Akademik Mahasiswa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2788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BF7"/>
                </a:solidFill>
              </a:rPr>
              <a:t>Proyek Akhir Bahasa Pemrograman berbasis Object-Oriented Programming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3931920" cy="0"/>
          </a:xfrm>
          <a:prstGeom prst="line">
            <a:avLst/>
          </a:prstGeom>
          <a:noFill/>
          <a:ln w="25400">
            <a:solidFill>
              <a:srgbClr val="DCEB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Python | VS Code | JSON | OOP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38360" y="5257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No. 3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372600" y="507492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2F75B5">
              <a:alpha val="90000"/>
            </a:srgbClr>
          </a:solidFill>
          <a:ln w="12700">
            <a:solidFill>
              <a:srgbClr val="DCEBF7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Latar Belakang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274320" cy="27432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0972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</a:rPr>
              <a:t>Pengelolaan data akademik perlu dilakukan secara terstruktur.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659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</a:rPr>
              <a:t>Data mahasiswa, dosen, mata kuliah, KRS, dan nilai saling berhubungan.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274320" cy="27432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83464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</a:rPr>
              <a:t>OOP membantu memodelkan entitas akademik sebagai object yang memiliki atribut dan method.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Analisis Kebutuhan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09728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Kebutuhan Fungsional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Kebutuhan Nonfungsional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Kelola data mahasiswa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20" y="25877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Kelola data dosen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60120" y="311810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Kelola mata kuliah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0120" y="364845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Kelola KRS dan nilai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60120" y="417880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Tampilkan laporan ringkas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83680" y="20574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Berjalan di terminal VS Code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83680" y="25877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Kode mudah dibaca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83680" y="311810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Data disimpan dalam JSON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583680" y="364845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Validasi input sederhana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Dapat diuji dengan unittest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Desain Class Utama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14600" y="1371600"/>
            <a:ext cx="1280160" cy="0"/>
          </a:xfrm>
          <a:prstGeom prst="line">
            <a:avLst/>
          </a:prstGeom>
          <a:noFill/>
          <a:ln w="25400">
            <a:solidFill>
              <a:srgbClr val="B7C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14600" y="2560320"/>
            <a:ext cx="1280160" cy="868680"/>
          </a:xfrm>
          <a:prstGeom prst="line">
            <a:avLst/>
          </a:prstGeom>
          <a:noFill/>
          <a:ln w="25400">
            <a:solidFill>
              <a:srgbClr val="B7C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23560" y="3749040"/>
            <a:ext cx="1280160" cy="-1600200"/>
          </a:xfrm>
          <a:prstGeom prst="line">
            <a:avLst/>
          </a:prstGeom>
          <a:noFill/>
          <a:ln w="25400">
            <a:solidFill>
              <a:srgbClr val="B7C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371600"/>
            <a:ext cx="1280160" cy="640080"/>
          </a:xfrm>
          <a:prstGeom prst="line">
            <a:avLst/>
          </a:prstGeom>
          <a:noFill/>
          <a:ln w="25400">
            <a:solidFill>
              <a:srgbClr val="B7C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651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527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Person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2402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651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414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Mahasiswa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651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301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Dosen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94760" y="10515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6510">
            <a:solidFill>
              <a:srgbClr val="2F75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2527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MataKuliah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94760" y="22402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6510">
            <a:solidFill>
              <a:srgbClr val="2F75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4414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Nilai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794760" y="34290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6510">
            <a:solidFill>
              <a:srgbClr val="2F75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36301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KRS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03720" y="169164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6510">
            <a:solidFill>
              <a:srgbClr val="2F75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892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Akademik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03720" y="28803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6510">
            <a:solidFill>
              <a:srgbClr val="2F75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3081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FileManager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0749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</a:rPr>
              <a:t>Relasi penting: Mahasiswa dan Dosen mewarisi Person. KRS memiliki Mahasiswa, MataKuliah, dan Nilai. Akademik mengelola semua object dan FileManager.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Fitur Aplikasi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09728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Data Master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Transaksi Akademik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Tambah, lihat, hapus mahasiswa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20" y="25877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Tambah dan lihat dosen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60120" y="311810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Tambah mata kuliah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0120" y="364845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Tetapkan dosen pengampu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Buat KRS mahasiswa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83680" y="25877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Tambah mata kuliah ke KRS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83680" y="311810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Input nilai tugas, UTS, UAS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83680" y="364845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• Hitung nilai akhir, huruf, IPS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Penerapan Konsep OOP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188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</a:rPr>
              <a:t>Inheritance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15727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Mahasiswa dan Dosen mewarisi Person.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024128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188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</a:rPr>
              <a:t>Encapsulation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46520" y="15727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Atribut private/protected diakses melalui getter dan setter.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88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</a:rPr>
              <a:t>Polymorphism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31729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Method tampilkan_info() dioverride sesuai jenis class.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0" y="2624328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788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</a:rPr>
              <a:t>Composition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31729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KRS memiliki object Mahasiswa, MataKuliah, dan Nilai.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224528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389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</a:rPr>
              <a:t>Constructor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60120" y="47731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Semua class menggunakan __init__().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17920" y="4224528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389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</a:rPr>
              <a:t>Method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46520" y="47731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Lebih dari 20 method digunakan dalam sistem.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Demo Aplikasi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2128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764792" y="2441448"/>
            <a:ext cx="777240" cy="0"/>
          </a:xfrm>
          <a:prstGeom prst="line">
            <a:avLst/>
          </a:prstGeom>
          <a:noFill/>
          <a:ln w="25400">
            <a:solidFill>
              <a:srgbClr val="B7C9D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48640" y="32461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3"/>
                </a:solidFill>
              </a:rPr>
              <a:t>Jalankan python main.py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560320" y="1920240"/>
            <a:ext cx="1051560" cy="10515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22128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39312" y="2441448"/>
            <a:ext cx="777240" cy="0"/>
          </a:xfrm>
          <a:prstGeom prst="line">
            <a:avLst/>
          </a:prstGeom>
          <a:noFill/>
          <a:ln w="25400">
            <a:solidFill>
              <a:srgbClr val="B7C9D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423160" y="32461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3"/>
                </a:solidFill>
              </a:rPr>
              <a:t>Lihat data awal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34840" y="1920240"/>
            <a:ext cx="1051560" cy="10515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2128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513832" y="2441448"/>
            <a:ext cx="777240" cy="0"/>
          </a:xfrm>
          <a:prstGeom prst="line">
            <a:avLst/>
          </a:prstGeom>
          <a:noFill/>
          <a:ln w="25400">
            <a:solidFill>
              <a:srgbClr val="B7C9D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297680" y="32461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3"/>
                </a:solidFill>
              </a:rPr>
              <a:t>Buat KRS mahasiswa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1051560" cy="10515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22128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88352" y="2441448"/>
            <a:ext cx="777240" cy="0"/>
          </a:xfrm>
          <a:prstGeom prst="line">
            <a:avLst/>
          </a:prstGeom>
          <a:noFill/>
          <a:ln w="25400">
            <a:solidFill>
              <a:srgbClr val="B7C9D9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172200" y="32461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3"/>
                </a:solidFill>
              </a:rPr>
              <a:t>Tambahkan mata kuliah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183880" y="1920240"/>
            <a:ext cx="1051560" cy="10515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22128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262872" y="2441448"/>
            <a:ext cx="777240" cy="0"/>
          </a:xfrm>
          <a:prstGeom prst="line">
            <a:avLst/>
          </a:prstGeom>
          <a:noFill/>
          <a:ln w="25400">
            <a:solidFill>
              <a:srgbClr val="B7C9D9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046720" y="32461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3"/>
                </a:solidFill>
              </a:rPr>
              <a:t>Input nilai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058400" y="1920240"/>
            <a:ext cx="1051560" cy="10515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60152" y="22128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921240" y="32461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3"/>
                </a:solidFill>
              </a:rPr>
              <a:t>Tampilkan laporan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68680" y="48920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</a:rPr>
              <a:t>Demo fokus pada fitur yang paling menunjukkan relasi object: Mahasiswa, MataKuliah, KRS, dan Nilai.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Pengujian Program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5 skenario unittest berhasil dijalankan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1965960"/>
            <a:ext cx="10149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07568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✓ Tambah mahasiswa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05840" y="2587752"/>
            <a:ext cx="10149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69748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✓ Tetapkan dosen pengampu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05840" y="3209544"/>
            <a:ext cx="10149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31927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✓ Buat KRS dan tambah MK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005840" y="3831336"/>
            <a:ext cx="10149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941064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✓ Input nilai dan konversi huruf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05840" y="4453128"/>
            <a:ext cx="10149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7C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4562856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</a:rPr>
              <a:t>✓ Simpan dan muat data JSON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77240" y="54864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</a:rPr>
              <a:t>Perintah: python -m unittest discover tests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Kesimpulan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Sistem berhasil mengelola data mahasiswa, dosen, mata kuliah, KRS, dan nilai.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Konsep OOP diterapkan melalui inheritance, encapsulation, polymorphism, dan composition.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Data tersimpan dalam JSON sehingga dapat digunakan kembali setelah program ditutup.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754880"/>
            <a:ext cx="4846320" cy="0"/>
          </a:xfrm>
          <a:prstGeom prst="line">
            <a:avLst/>
          </a:prstGeom>
          <a:noFill/>
          <a:ln w="25400">
            <a:solidFill>
              <a:srgbClr val="DCE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074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EBF7"/>
                </a:solidFill>
              </a:rPr>
              <a:t>Siap didemonstrasikan di VS Code.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Proyek Bahasa Pemrograman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Manajemen Akademik Mahasiswa</dc:title>
  <dc:subject>Sistem Manajemen Akademik Mahasiswa OOP</dc:subject>
  <dc:creator>ChatGPT</dc:creator>
  <cp:lastModifiedBy>ChatGPT</cp:lastModifiedBy>
  <cp:revision>1</cp:revision>
  <dcterms:created xsi:type="dcterms:W3CDTF">2026-07-15T15:04:15Z</dcterms:created>
  <dcterms:modified xsi:type="dcterms:W3CDTF">2026-07-15T15:04:15Z</dcterms:modified>
</cp:coreProperties>
</file>